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2" r:id="rId5"/>
    <p:sldId id="260" r:id="rId6"/>
    <p:sldId id="259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80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B443C-6042-4004-B1BE-0A11AD1790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893C93-9118-479A-BA10-CE4A33AC8F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A01E54-CBEE-4979-8C5C-47B268A78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430FE-1CF0-439D-AB3B-7B89E59E35FE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F20D19-CFDC-4FD4-888D-7E5CA24162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62D259-8FD8-4A71-B773-4AE68A1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CE7ED-3704-4CDE-9617-45ED903A1B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2456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6172D4-BEE9-4EEB-8F42-86A9D8A903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03670-C190-4954-BBED-3D9276C516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2FB40B-E6F5-4843-B318-023ED742CA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430FE-1CF0-439D-AB3B-7B89E59E35FE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A2992E-BCFD-4997-8B4D-895115C202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9419B-EB82-426F-8B9A-948958566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CE7ED-3704-4CDE-9617-45ED903A1B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6285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B3EC7D-EBC6-46A7-82BE-554B926937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9CE1A5-F2C2-4DBE-AC90-26B337CEC1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B34F7C-93E7-4112-8F7D-AB0B07E5B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430FE-1CF0-439D-AB3B-7B89E59E35FE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485FA0-0509-4701-96DA-7BF0E8F226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D1993E-4A62-43A3-AF0E-9AB04F92E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CE7ED-3704-4CDE-9617-45ED903A1B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89844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F554B-AC85-4FC0-B8B9-2509C43F18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D217B9-96B6-4E66-BEB5-1DA2D37AB5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7B8EE3-3A32-4048-8F84-6FC9E22019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C463C8-3A6C-4037-967A-DC96D9D9C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430FE-1CF0-439D-AB3B-7B89E59E35FE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FD8B00-D188-4744-8845-832677F05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D9A286-A0FC-4BA1-A1C2-38ECDFBC1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CE7ED-3704-4CDE-9617-45ED903A1B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3589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4CAC1-11F8-41C9-8F10-52E14C599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1E61E8-7A23-4165-BAD3-E5D37AA408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DED17B-681A-4026-B503-2FC5B9E4BB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A8DFF86-0680-4B24-BE0A-F06F568A37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6BB234E-F025-4C10-A818-EBFACC094B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6D1A8D4-C65F-4B9A-830B-C1CB5609FB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430FE-1CF0-439D-AB3B-7B89E59E35FE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D2EF467-F622-4B89-B855-B1326C73B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8BCF014-8AB9-44F3-AFB0-099CBEC48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CE7ED-3704-4CDE-9617-45ED903A1B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8234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2245DC-7F19-498F-99B1-22FF29DFEA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BC5478-EB27-4F84-A081-F3E884C19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430FE-1CF0-439D-AB3B-7B89E59E35FE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FC8750-170C-412B-99CA-86009B4D7A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6655A2-FD95-41FD-84D9-37E91F179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CE7ED-3704-4CDE-9617-45ED903A1B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5874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282AAEA-2DCC-4620-BD3E-E9846FCC3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430FE-1CF0-439D-AB3B-7B89E59E35FE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AD878EC-3607-4C3E-983D-0800710C13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4B0D7B-2180-4B94-94F1-A3F908BFA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CE7ED-3704-4CDE-9617-45ED903A1B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84571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C7535-967B-4898-9A10-EE1FF792B7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98E2E2-EA77-4568-A558-B0934558F4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3C61BD-D35A-4663-8D1A-8EE391E5E9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58414D-C884-4F7E-9059-3B5A422E7D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430FE-1CF0-439D-AB3B-7B89E59E35FE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26D687-781D-498A-B649-12A05D3DC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FDF235-9C2C-45F7-9D41-2C8DCC99F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CE7ED-3704-4CDE-9617-45ED903A1B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7696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DF0248-1281-4B80-9E81-6CDCEA6CF3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E51F7A-19CC-4660-A15D-76C4671858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15EFB4-5888-43B5-9962-E5F737081E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C5221A-38C0-4AA5-A1AD-484DE6A3C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430FE-1CF0-439D-AB3B-7B89E59E35FE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54B160-5251-4D3A-9CBA-5B0F4DDAE0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3D0EAA-95D8-42D7-9776-9336124E3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CE7ED-3704-4CDE-9617-45ED903A1B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084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BDDFE-1AA8-40AE-809A-F2A0302DD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892086-3320-4A02-BC41-D2B0BDF919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357DD4-7BAB-4E0F-8649-01329DDB8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430FE-1CF0-439D-AB3B-7B89E59E35FE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E2C388-A1E8-4143-888D-1DDF37A9FD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8F6213-CC15-41AB-AB7A-EED9D90AA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CE7ED-3704-4CDE-9617-45ED903A1B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7990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06E5C6D-73D0-4EAA-95AF-203BE32208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9E261A-B3F4-401A-B6CF-D12F926194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3D9E51-15C9-4814-AF1D-9FF9545A18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430FE-1CF0-439D-AB3B-7B89E59E35FE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EB07C6-FF3F-40A7-B432-9FCF6957D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F3890B-D780-45A4-853A-2DE04CF4E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CE7ED-3704-4CDE-9617-45ED903A1B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6340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36C5242-A055-4A30-B0C4-C594C5EDB3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935543-C5DC-4C3C-A85B-A85EA16B1A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5D8A56-7197-447E-B8DF-38925CA114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A430FE-1CF0-439D-AB3B-7B89E59E35FE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42B1E1-9389-4584-8430-DE86178228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969F34-70CC-48BD-B431-A59991B574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8CE7ED-3704-4CDE-9617-45ED903A1B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1045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forms.gle/LyyDr9QX6CJbwCAh9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766579-CD44-41D1-B00E-76D300438CF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KULIAH 1 ALGORITMA PEMOGRAMAN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E18559-DB19-489A-A4B6-F860EE98266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Dr Maulisa Oktiana</a:t>
            </a:r>
          </a:p>
        </p:txBody>
      </p:sp>
    </p:spTree>
    <p:extLst>
      <p:ext uri="{BB962C8B-B14F-4D97-AF65-F5344CB8AC3E}">
        <p14:creationId xmlns:p14="http://schemas.microsoft.com/office/powerpoint/2010/main" val="16735266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F7146-596D-467D-A510-6A68A2470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8A5536-9CD4-4E44-BA84-A2D2FED52F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PEMBAHASAN MATERI</a:t>
            </a:r>
          </a:p>
          <a:p>
            <a:r>
              <a:rPr lang="en-US" dirty="0" err="1"/>
              <a:t>Pemetaan</a:t>
            </a:r>
            <a:r>
              <a:rPr lang="en-US" dirty="0"/>
              <a:t> </a:t>
            </a:r>
            <a:r>
              <a:rPr lang="en-US" dirty="0" err="1"/>
              <a:t>kelompok</a:t>
            </a:r>
            <a:r>
              <a:rPr lang="en-US" dirty="0"/>
              <a:t> </a:t>
            </a:r>
            <a:r>
              <a:rPr lang="en-US" dirty="0" err="1"/>
              <a:t>sesuai</a:t>
            </a:r>
            <a:r>
              <a:rPr lang="en-US" dirty="0"/>
              <a:t> </a:t>
            </a:r>
            <a:r>
              <a:rPr lang="en-US" dirty="0" err="1"/>
              <a:t>konsentrasi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425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3022C-D18D-9151-9606-4FB80442A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MATERI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64B3FA-958B-3F90-57AA-0329ADEB3D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1. </a:t>
            </a:r>
            <a:r>
              <a:rPr lang="en-US" dirty="0" err="1"/>
              <a:t>Pengantar</a:t>
            </a:r>
            <a:endParaRPr lang="en-US" dirty="0"/>
          </a:p>
          <a:p>
            <a:r>
              <a:rPr lang="en-US" dirty="0"/>
              <a:t>2. </a:t>
            </a:r>
            <a:r>
              <a:rPr lang="en-US" dirty="0" err="1"/>
              <a:t>Konsep</a:t>
            </a:r>
            <a:r>
              <a:rPr lang="en-US" dirty="0"/>
              <a:t> </a:t>
            </a:r>
            <a:r>
              <a:rPr lang="en-US" dirty="0" err="1"/>
              <a:t>Algoritma</a:t>
            </a:r>
            <a:r>
              <a:rPr lang="en-US" dirty="0"/>
              <a:t> : software </a:t>
            </a:r>
            <a:r>
              <a:rPr lang="en-US" dirty="0" err="1"/>
              <a:t>simulasi</a:t>
            </a:r>
            <a:r>
              <a:rPr lang="en-US" dirty="0"/>
              <a:t>, </a:t>
            </a:r>
            <a:r>
              <a:rPr lang="en-US" dirty="0" err="1"/>
              <a:t>implementasi</a:t>
            </a:r>
            <a:endParaRPr lang="en-US" dirty="0"/>
          </a:p>
          <a:p>
            <a:r>
              <a:rPr lang="en-US" dirty="0"/>
              <a:t>3. supervised dan unsupervised learning</a:t>
            </a:r>
          </a:p>
          <a:p>
            <a:r>
              <a:rPr lang="en-US" dirty="0"/>
              <a:t>4. K-nearest </a:t>
            </a:r>
            <a:r>
              <a:rPr lang="en-US" dirty="0" err="1"/>
              <a:t>neighbour</a:t>
            </a:r>
            <a:r>
              <a:rPr lang="en-US" dirty="0"/>
              <a:t> (KNN)</a:t>
            </a:r>
          </a:p>
          <a:p>
            <a:r>
              <a:rPr lang="en-US" dirty="0"/>
              <a:t>5. K means clustering</a:t>
            </a:r>
          </a:p>
          <a:p>
            <a:r>
              <a:rPr lang="en-US" dirty="0"/>
              <a:t>6. </a:t>
            </a:r>
            <a:r>
              <a:rPr lang="en-US" dirty="0" err="1"/>
              <a:t>Logika</a:t>
            </a:r>
            <a:r>
              <a:rPr lang="en-US" dirty="0"/>
              <a:t> Fuzzy</a:t>
            </a:r>
          </a:p>
          <a:p>
            <a:r>
              <a:rPr lang="en-US"/>
              <a:t>7 dan 8. </a:t>
            </a:r>
            <a:r>
              <a:rPr lang="en-US" dirty="0" err="1"/>
              <a:t>Presentasi</a:t>
            </a:r>
            <a:r>
              <a:rPr lang="en-US" dirty="0"/>
              <a:t> : </a:t>
            </a:r>
            <a:r>
              <a:rPr lang="en-US" dirty="0" err="1"/>
              <a:t>contoh</a:t>
            </a:r>
            <a:r>
              <a:rPr lang="en-US" dirty="0"/>
              <a:t> </a:t>
            </a:r>
            <a:r>
              <a:rPr lang="en-US" dirty="0" err="1"/>
              <a:t>kasus</a:t>
            </a:r>
            <a:r>
              <a:rPr lang="en-US" dirty="0"/>
              <a:t> </a:t>
            </a:r>
            <a:r>
              <a:rPr lang="en-US" dirty="0" err="1"/>
              <a:t>implementasi</a:t>
            </a:r>
            <a:r>
              <a:rPr lang="en-US" dirty="0"/>
              <a:t> </a:t>
            </a:r>
            <a:r>
              <a:rPr lang="en-US" dirty="0" err="1"/>
              <a:t>algoritma</a:t>
            </a:r>
            <a:r>
              <a:rPr lang="en-US" dirty="0"/>
              <a:t> pada salah </a:t>
            </a:r>
            <a:r>
              <a:rPr lang="en-US" dirty="0" err="1"/>
              <a:t>satu</a:t>
            </a:r>
            <a:r>
              <a:rPr lang="en-US" dirty="0"/>
              <a:t> </a:t>
            </a:r>
            <a:r>
              <a:rPr lang="en-US" dirty="0" err="1"/>
              <a:t>bidang</a:t>
            </a:r>
            <a:r>
              <a:rPr lang="en-US" dirty="0"/>
              <a:t> </a:t>
            </a:r>
            <a:r>
              <a:rPr lang="en-US" dirty="0" err="1"/>
              <a:t>konsentrasi</a:t>
            </a:r>
            <a:r>
              <a:rPr lang="en-US" dirty="0"/>
              <a:t> 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40154593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67115-8320-49AB-B997-A8038E1522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PENILAIAN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2133AF-169C-4D9E-8FEB-609A721269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ABSENSI		= 5%</a:t>
            </a:r>
          </a:p>
          <a:p>
            <a:r>
              <a:rPr lang="en-US" dirty="0"/>
              <a:t>TUGAS		= 30%</a:t>
            </a:r>
          </a:p>
          <a:p>
            <a:r>
              <a:rPr lang="en-US" dirty="0"/>
              <a:t>Quiz/pre-test 	= 10%</a:t>
            </a:r>
          </a:p>
          <a:p>
            <a:r>
              <a:rPr lang="en-US" dirty="0"/>
              <a:t>Project                  = 40% (Ide/</a:t>
            </a:r>
            <a:r>
              <a:rPr lang="en-US" dirty="0" err="1"/>
              <a:t>Topik</a:t>
            </a:r>
            <a:r>
              <a:rPr lang="en-US" dirty="0"/>
              <a:t>, PPT, Coding )</a:t>
            </a:r>
          </a:p>
          <a:p>
            <a:r>
              <a:rPr lang="en-US" dirty="0" err="1"/>
              <a:t>Presentasi</a:t>
            </a:r>
            <a:r>
              <a:rPr lang="en-US" dirty="0"/>
              <a:t>		= 15 %</a:t>
            </a:r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7513388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12AEB7-45C7-87E6-25BC-C054B4B0B2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PEMETAAN KELOMPOK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F68C7F-6B1B-7F47-ED65-B283346992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Bidang</a:t>
            </a:r>
            <a:r>
              <a:rPr lang="en-US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konsentrasi</a:t>
            </a:r>
            <a:r>
              <a:rPr lang="en-US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Teknologi</a:t>
            </a:r>
            <a:r>
              <a:rPr lang="en-US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Informasi</a:t>
            </a:r>
            <a:r>
              <a:rPr lang="en-US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(TI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endParaRPr lang="en-ID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\</a:t>
            </a:r>
            <a:endParaRPr lang="en-ID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3942353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C3DF8A-3A94-8B3D-4DF0-D887C974CD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Pre-test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214302-F485-9E11-4400-9CB09E6076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>
                <a:solidFill>
                  <a:srgbClr val="202124"/>
                </a:solidFill>
                <a:latin typeface="docs-Roboto"/>
                <a:hlinkClick r:id="rId2"/>
              </a:rPr>
              <a:t>https://forms.gle/LyyDr9QX6CJbwCAh9</a:t>
            </a:r>
            <a:endParaRPr lang="en-ID">
              <a:solidFill>
                <a:srgbClr val="202124"/>
              </a:solidFill>
              <a:latin typeface="docs-Roboto"/>
            </a:endParaRPr>
          </a:p>
          <a:p>
            <a:endParaRPr lang="en-ID" b="0" i="0" dirty="0">
              <a:solidFill>
                <a:srgbClr val="202124"/>
              </a:solidFill>
              <a:effectLst/>
              <a:latin typeface="docs-Roboto"/>
            </a:endParaRPr>
          </a:p>
          <a:p>
            <a:r>
              <a:rPr lang="en-ID" b="0" i="0" dirty="0">
                <a:solidFill>
                  <a:srgbClr val="202124"/>
                </a:solidFill>
                <a:effectLst/>
                <a:latin typeface="docs-Roboto"/>
              </a:rPr>
              <a:t>1. </a:t>
            </a:r>
            <a:r>
              <a:rPr lang="en-ID" b="0" i="0" dirty="0" err="1">
                <a:solidFill>
                  <a:srgbClr val="202124"/>
                </a:solidFill>
                <a:effectLst/>
                <a:latin typeface="docs-Roboto"/>
              </a:rPr>
              <a:t>Apa</a:t>
            </a:r>
            <a:r>
              <a:rPr lang="en-ID" b="0" i="0" dirty="0">
                <a:solidFill>
                  <a:srgbClr val="202124"/>
                </a:solidFill>
                <a:effectLst/>
                <a:latin typeface="docs-Roboto"/>
              </a:rPr>
              <a:t> yang Anda </a:t>
            </a:r>
            <a:r>
              <a:rPr lang="en-ID" b="0" i="0" dirty="0" err="1">
                <a:solidFill>
                  <a:srgbClr val="202124"/>
                </a:solidFill>
                <a:effectLst/>
                <a:latin typeface="docs-Roboto"/>
              </a:rPr>
              <a:t>ketahui</a:t>
            </a:r>
            <a:r>
              <a:rPr lang="en-ID" b="0" i="0" dirty="0">
                <a:solidFill>
                  <a:srgbClr val="202124"/>
                </a:solidFill>
                <a:effectLst/>
                <a:latin typeface="docs-Roboto"/>
              </a:rPr>
              <a:t> </a:t>
            </a:r>
            <a:r>
              <a:rPr lang="en-ID" b="0" i="0" dirty="0" err="1">
                <a:solidFill>
                  <a:srgbClr val="202124"/>
                </a:solidFill>
                <a:effectLst/>
                <a:latin typeface="docs-Roboto"/>
              </a:rPr>
              <a:t>tentang</a:t>
            </a:r>
            <a:r>
              <a:rPr lang="en-ID" b="0" i="0" dirty="0">
                <a:solidFill>
                  <a:srgbClr val="202124"/>
                </a:solidFill>
                <a:effectLst/>
                <a:latin typeface="docs-Roboto"/>
              </a:rPr>
              <a:t> </a:t>
            </a:r>
            <a:r>
              <a:rPr lang="en-ID" b="0" i="0" dirty="0" err="1">
                <a:solidFill>
                  <a:srgbClr val="202124"/>
                </a:solidFill>
                <a:effectLst/>
                <a:latin typeface="docs-Roboto"/>
              </a:rPr>
              <a:t>Algoritma</a:t>
            </a:r>
            <a:r>
              <a:rPr lang="en-ID" b="0" i="0" dirty="0">
                <a:solidFill>
                  <a:srgbClr val="202124"/>
                </a:solidFill>
                <a:effectLst/>
                <a:latin typeface="docs-Roboto"/>
              </a:rPr>
              <a:t> dan </a:t>
            </a:r>
            <a:r>
              <a:rPr lang="en-ID" b="0" i="0" dirty="0" err="1">
                <a:solidFill>
                  <a:srgbClr val="202124"/>
                </a:solidFill>
                <a:effectLst/>
                <a:latin typeface="docs-Roboto"/>
              </a:rPr>
              <a:t>pemograman</a:t>
            </a:r>
            <a:r>
              <a:rPr lang="en-ID" b="0" i="0" dirty="0">
                <a:solidFill>
                  <a:srgbClr val="202124"/>
                </a:solidFill>
                <a:effectLst/>
                <a:latin typeface="docs-Roboto"/>
              </a:rPr>
              <a:t>?</a:t>
            </a:r>
          </a:p>
          <a:p>
            <a:r>
              <a:rPr lang="en-ID" b="0" i="0" dirty="0">
                <a:solidFill>
                  <a:srgbClr val="202124"/>
                </a:solidFill>
                <a:effectLst/>
                <a:latin typeface="docs-Roboto"/>
              </a:rPr>
              <a:t>2. </a:t>
            </a:r>
            <a:r>
              <a:rPr lang="en-ID" b="0" i="0" dirty="0" err="1">
                <a:solidFill>
                  <a:srgbClr val="202124"/>
                </a:solidFill>
                <a:effectLst/>
                <a:latin typeface="docs-Roboto"/>
              </a:rPr>
              <a:t>Sebutkan</a:t>
            </a:r>
            <a:r>
              <a:rPr lang="en-ID" b="0" i="0" dirty="0">
                <a:solidFill>
                  <a:srgbClr val="202124"/>
                </a:solidFill>
                <a:effectLst/>
                <a:latin typeface="docs-Roboto"/>
              </a:rPr>
              <a:t>  minimal 3 </a:t>
            </a:r>
            <a:r>
              <a:rPr lang="en-ID" b="0" i="0" dirty="0" err="1">
                <a:solidFill>
                  <a:srgbClr val="202124"/>
                </a:solidFill>
                <a:effectLst/>
                <a:latin typeface="docs-Roboto"/>
              </a:rPr>
              <a:t>macam</a:t>
            </a:r>
            <a:r>
              <a:rPr lang="en-ID" b="0" i="0" dirty="0">
                <a:solidFill>
                  <a:srgbClr val="202124"/>
                </a:solidFill>
                <a:effectLst/>
                <a:latin typeface="docs-Roboto"/>
              </a:rPr>
              <a:t> </a:t>
            </a:r>
            <a:r>
              <a:rPr lang="en-ID" b="0" i="0" dirty="0" err="1">
                <a:solidFill>
                  <a:srgbClr val="202124"/>
                </a:solidFill>
                <a:effectLst/>
                <a:latin typeface="docs-Roboto"/>
              </a:rPr>
              <a:t>algoritma</a:t>
            </a:r>
            <a:r>
              <a:rPr lang="en-ID" b="0" i="0" dirty="0">
                <a:solidFill>
                  <a:srgbClr val="202124"/>
                </a:solidFill>
                <a:effectLst/>
                <a:latin typeface="docs-Roboto"/>
              </a:rPr>
              <a:t> yang </a:t>
            </a:r>
            <a:r>
              <a:rPr lang="en-ID" b="0" i="0" dirty="0" err="1">
                <a:solidFill>
                  <a:srgbClr val="202124"/>
                </a:solidFill>
                <a:effectLst/>
                <a:latin typeface="docs-Roboto"/>
              </a:rPr>
              <a:t>anda</a:t>
            </a:r>
            <a:r>
              <a:rPr lang="en-ID" b="0" i="0" dirty="0">
                <a:solidFill>
                  <a:srgbClr val="202124"/>
                </a:solidFill>
                <a:effectLst/>
                <a:latin typeface="docs-Roboto"/>
              </a:rPr>
              <a:t> </a:t>
            </a:r>
            <a:r>
              <a:rPr lang="en-ID" b="0" i="0" dirty="0" err="1">
                <a:solidFill>
                  <a:srgbClr val="202124"/>
                </a:solidFill>
                <a:effectLst/>
                <a:latin typeface="docs-Roboto"/>
              </a:rPr>
              <a:t>ketahui</a:t>
            </a:r>
            <a:endParaRPr lang="en-ID" dirty="0">
              <a:solidFill>
                <a:srgbClr val="202124"/>
              </a:solidFill>
              <a:latin typeface="docs-Roboto"/>
            </a:endParaRPr>
          </a:p>
          <a:p>
            <a:r>
              <a:rPr lang="sv-SE" b="0" i="0" dirty="0">
                <a:solidFill>
                  <a:srgbClr val="202124"/>
                </a:solidFill>
                <a:effectLst/>
                <a:latin typeface="docs-Roboto"/>
              </a:rPr>
              <a:t>3. Sebutkan minimal satu jenis software simulasi yang pernah anda gunakan 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6946167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864</TotalTime>
  <Words>154</Words>
  <Application>Microsoft Office PowerPoint</Application>
  <PresentationFormat>Widescreen</PresentationFormat>
  <Paragraphs>29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Calibri Light</vt:lpstr>
      <vt:lpstr>docs-Roboto</vt:lpstr>
      <vt:lpstr>Times New Roman</vt:lpstr>
      <vt:lpstr>Office Theme</vt:lpstr>
      <vt:lpstr>KULIAH 1 ALGORITMA PEMOGRAMAN</vt:lpstr>
      <vt:lpstr>OUTLINE</vt:lpstr>
      <vt:lpstr>MATERI</vt:lpstr>
      <vt:lpstr>PENILAIAN</vt:lpstr>
      <vt:lpstr>PEMETAAN KELOMPOK</vt:lpstr>
      <vt:lpstr>Pre-test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KULIAH 9 ALGORITMA PEMOGRAMAN</dc:title>
  <dc:creator>oktiana maulisa</dc:creator>
  <cp:lastModifiedBy>Lenovo Ideapad Flex 5</cp:lastModifiedBy>
  <cp:revision>27</cp:revision>
  <dcterms:created xsi:type="dcterms:W3CDTF">2021-10-27T11:58:56Z</dcterms:created>
  <dcterms:modified xsi:type="dcterms:W3CDTF">2026-02-14T02:35:45Z</dcterms:modified>
</cp:coreProperties>
</file>