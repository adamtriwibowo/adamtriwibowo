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3" r:id="rId3"/>
    <p:sldId id="257" r:id="rId4"/>
    <p:sldId id="258" r:id="rId5"/>
    <p:sldId id="259" r:id="rId6"/>
    <p:sldId id="260" r:id="rId7"/>
    <p:sldId id="264" r:id="rId8"/>
    <p:sldId id="262" r:id="rId9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54" d="100"/>
          <a:sy n="54" d="100"/>
        </p:scale>
        <p:origin x="104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CAD5C-1BAC-5BB8-7AE6-982BD809EB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C10F3D-67AB-4FC5-F091-04E6093B7C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1FA63-EEC5-97A2-A928-F7A99AFED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1C0F8-95E0-42D4-A72F-508BAF9E50ED}" type="datetimeFigureOut">
              <a:rPr lang="id-ID" smtClean="0"/>
              <a:t>20/02/2026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C300D5-C97D-9A2E-0E72-4D57403EE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4741CD-DFFD-E268-B090-6EF23203E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61413-CA37-4437-A81C-DA1FBE0B060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913172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34134-F0DA-496F-4E48-877290DA3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56E79-36F6-89FB-2C50-42587D84BB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70B631-9F11-9397-7175-3C4581204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1C0F8-95E0-42D4-A72F-508BAF9E50ED}" type="datetimeFigureOut">
              <a:rPr lang="id-ID" smtClean="0"/>
              <a:t>20/02/2026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29EA7F-51EE-A619-7119-B78EF9D59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D8089F-CA8B-27AE-97AD-88B51B2B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61413-CA37-4437-A81C-DA1FBE0B060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084836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377DC-B4A4-24FC-47EE-6B50A3337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29FFD9-2D48-A6CF-E03A-87AEA7C90F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11BF58-DC5B-9954-B345-C6A7631F6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1C0F8-95E0-42D4-A72F-508BAF9E50ED}" type="datetimeFigureOut">
              <a:rPr lang="id-ID" smtClean="0"/>
              <a:t>20/02/2026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7806CE-87E3-DAB5-00BB-2FD7E2863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E9462E-EA77-2EF5-28C2-EC556F83C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61413-CA37-4437-A81C-DA1FBE0B060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033171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80F78-A096-8798-5099-7BCBA14E9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0C6ED-852F-0C9D-5F55-ACC37A596F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2737F4-0344-F606-D622-48E0BE5526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E9429A-B2C8-FFD7-9A0A-00E0A218B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1C0F8-95E0-42D4-A72F-508BAF9E50ED}" type="datetimeFigureOut">
              <a:rPr lang="id-ID" smtClean="0"/>
              <a:t>20/02/2026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0515AE-2928-008C-325C-30C4163BD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0E3CB2-EB1C-6536-90F3-B3B4FED92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61413-CA37-4437-A81C-DA1FBE0B060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221833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89FE0-0EA9-0671-EF7D-830A40259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AC77E9-E3A0-219F-EF9F-1A29B8F170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A8AEC6-821B-DA86-AB1C-82CA812F57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52447C-F5D3-ACFE-B754-BFE34F7EA7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9E8D33-4375-538D-445C-231E59615D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1A4E3B-82AF-1A15-B4A7-E0DE0646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1C0F8-95E0-42D4-A72F-508BAF9E50ED}" type="datetimeFigureOut">
              <a:rPr lang="id-ID" smtClean="0"/>
              <a:t>20/02/2026</a:t>
            </a:fld>
            <a:endParaRPr lang="id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5AE326-F7C1-CA67-F9B9-023F79BD5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FF97A3-0828-6C94-64BF-7371AE5B8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61413-CA37-4437-A81C-DA1FBE0B060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921220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DFE62-6BA6-C71C-DB81-FD6C50B36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6D76F0-A584-C67D-5A4D-AD78D4CBC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1C0F8-95E0-42D4-A72F-508BAF9E50ED}" type="datetimeFigureOut">
              <a:rPr lang="id-ID" smtClean="0"/>
              <a:t>20/02/2026</a:t>
            </a:fld>
            <a:endParaRPr lang="id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184239-D1F4-9C5E-CC92-88C04CA9E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F7C5C7-33F7-78C8-7942-3C4CAAF95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61413-CA37-4437-A81C-DA1FBE0B060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613272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179387-9A3C-86EA-1B87-61D0ECA15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1C0F8-95E0-42D4-A72F-508BAF9E50ED}" type="datetimeFigureOut">
              <a:rPr lang="id-ID" smtClean="0"/>
              <a:t>20/02/2026</a:t>
            </a:fld>
            <a:endParaRPr lang="id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FCCCB0-A84C-41BA-9288-14870521C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E5980C-51A1-5B50-9F3B-FE6036295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61413-CA37-4437-A81C-DA1FBE0B060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845505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73301-12F8-B1E0-70B7-3D2707BB0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295A7-D472-8A72-4A6A-A3FDA4887A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1DC1BD-7CA5-ABB8-4FCE-E8580F0D8F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784B18-4816-5202-E609-74DC1F3D3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1C0F8-95E0-42D4-A72F-508BAF9E50ED}" type="datetimeFigureOut">
              <a:rPr lang="id-ID" smtClean="0"/>
              <a:t>20/02/2026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E3D2FD-2189-A7C0-9312-54FB7FF63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691C04-72BB-E1FF-DCD3-8E5440D40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61413-CA37-4437-A81C-DA1FBE0B060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00101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3D1B2-1FD9-30FC-1D40-7817AA441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311AFC-4A2C-CA0E-79E6-44078ED37A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79901E-C616-718C-C384-F496BA9B46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DEC8EF-80CA-10D2-3360-71A5A1A8C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1C0F8-95E0-42D4-A72F-508BAF9E50ED}" type="datetimeFigureOut">
              <a:rPr lang="id-ID" smtClean="0"/>
              <a:t>20/02/2026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166827-3F6C-BB68-8CEB-A2E31C26E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48DB78-671D-08FD-E8CD-CB9F707E7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61413-CA37-4437-A81C-DA1FBE0B060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252849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34DF3-B9F9-85F6-7C01-A14F83E93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60A0B7-76EB-EBC0-703B-CC6A712B9F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BBF5E-A397-372D-6C95-8AB9D6E47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1C0F8-95E0-42D4-A72F-508BAF9E50ED}" type="datetimeFigureOut">
              <a:rPr lang="id-ID" smtClean="0"/>
              <a:t>20/02/2026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124165-B7A5-1011-15F6-94961AA2A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310F8F-969E-9AF9-6844-A8444A847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61413-CA37-4437-A81C-DA1FBE0B060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34971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452999-7EB3-649A-822C-0AAAF80AA2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CD17F4-7FD1-97F5-2060-C0C1205739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83D74-3849-E519-DC02-0A845C6B1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1C0F8-95E0-42D4-A72F-508BAF9E50ED}" type="datetimeFigureOut">
              <a:rPr lang="id-ID" smtClean="0"/>
              <a:t>20/02/2026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0236D0-22DF-5E06-8AD8-FBDC9079E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44988-8134-8C9D-A90A-90C4D85D9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61413-CA37-4437-A81C-DA1FBE0B060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697811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9C36F8-387B-96E6-B55E-0077512B8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B1916E-1439-7D59-CC0F-F64A2AAF0D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23B859-2E6D-E567-B89C-0B8BF4B8A3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01C0F8-95E0-42D4-A72F-508BAF9E50ED}" type="datetimeFigureOut">
              <a:rPr lang="id-ID" smtClean="0"/>
              <a:t>20/02/2026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84A83-7663-EA80-FF8F-8DA5FF68F4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3CD2A1-A2E7-52E9-512E-50D5F47F2D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161413-CA37-4437-A81C-DA1FBE0B060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447865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F602D6B-2896-4D6B-B2F9-96E084CCA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11" y="-55043"/>
            <a:ext cx="11227241" cy="69873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68CDC38-D047-1912-DC88-0BABB8D565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803541"/>
            <a:ext cx="10058400" cy="2452421"/>
          </a:xfrm>
        </p:spPr>
        <p:txBody>
          <a:bodyPr/>
          <a:lstStyle/>
          <a:p>
            <a:r>
              <a:rPr lang="en-US" b="1" dirty="0" err="1"/>
              <a:t>Perancangan</a:t>
            </a:r>
            <a:r>
              <a:rPr lang="en-US" b="1" dirty="0"/>
              <a:t> </a:t>
            </a:r>
            <a:r>
              <a:rPr lang="en-US" b="1" dirty="0" err="1"/>
              <a:t>Sistem</a:t>
            </a:r>
            <a:r>
              <a:rPr lang="en-US" b="1" dirty="0"/>
              <a:t> </a:t>
            </a:r>
            <a:r>
              <a:rPr lang="en-US" b="1" dirty="0" err="1"/>
              <a:t>Informasi</a:t>
            </a:r>
            <a:endParaRPr lang="id-ID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2C5B6C-2C1D-0BB6-EB62-F5E94A83CE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48359" y="3313660"/>
            <a:ext cx="9144000" cy="635418"/>
          </a:xfrm>
        </p:spPr>
        <p:txBody>
          <a:bodyPr/>
          <a:lstStyle/>
          <a:p>
            <a:r>
              <a:rPr lang="en-US" b="1" dirty="0" err="1">
                <a:solidFill>
                  <a:schemeClr val="accent2"/>
                </a:solidFill>
              </a:rPr>
              <a:t>Sistem</a:t>
            </a:r>
            <a:r>
              <a:rPr lang="en-US" b="1" dirty="0">
                <a:solidFill>
                  <a:schemeClr val="accent2"/>
                </a:solidFill>
              </a:rPr>
              <a:t> </a:t>
            </a:r>
            <a:r>
              <a:rPr lang="en-US" b="1" dirty="0" err="1">
                <a:solidFill>
                  <a:schemeClr val="accent2"/>
                </a:solidFill>
              </a:rPr>
              <a:t>Pelatihan</a:t>
            </a:r>
            <a:r>
              <a:rPr lang="en-US" b="1" dirty="0">
                <a:solidFill>
                  <a:schemeClr val="accent2"/>
                </a:solidFill>
              </a:rPr>
              <a:t> </a:t>
            </a:r>
            <a:r>
              <a:rPr lang="en-US" b="1" dirty="0" err="1">
                <a:solidFill>
                  <a:schemeClr val="accent2"/>
                </a:solidFill>
              </a:rPr>
              <a:t>Literasi</a:t>
            </a:r>
            <a:r>
              <a:rPr lang="en-US" b="1" dirty="0">
                <a:solidFill>
                  <a:schemeClr val="accent2"/>
                </a:solidFill>
              </a:rPr>
              <a:t> Digital</a:t>
            </a:r>
            <a:endParaRPr lang="id-ID" b="1" dirty="0">
              <a:solidFill>
                <a:schemeClr val="accent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E2DD54-57B3-A1C9-2330-647DCCB368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5000" y="110425"/>
            <a:ext cx="1828804" cy="1011938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19D831D6-5112-8C13-1909-C49A9E242660}"/>
              </a:ext>
            </a:extLst>
          </p:cNvPr>
          <p:cNvSpPr txBox="1">
            <a:spLocks/>
          </p:cNvSpPr>
          <p:nvPr/>
        </p:nvSpPr>
        <p:spPr>
          <a:xfrm>
            <a:off x="415748" y="5332439"/>
            <a:ext cx="4463491" cy="1143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</a:rPr>
              <a:t>ADAM TRI WIBOWO</a:t>
            </a:r>
          </a:p>
          <a:p>
            <a:r>
              <a:rPr lang="en-US" b="1" dirty="0">
                <a:solidFill>
                  <a:schemeClr val="tx1"/>
                </a:solidFill>
              </a:rPr>
              <a:t>NIM : </a:t>
            </a:r>
            <a:r>
              <a:rPr lang="id-ID" b="1" dirty="0">
                <a:solidFill>
                  <a:schemeClr val="tx1"/>
                </a:solidFill>
              </a:rPr>
              <a:t>250420501200019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70B84-48C9-777D-DB32-38A3D2E66752}"/>
              </a:ext>
            </a:extLst>
          </p:cNvPr>
          <p:cNvSpPr/>
          <p:nvPr/>
        </p:nvSpPr>
        <p:spPr>
          <a:xfrm>
            <a:off x="0" y="6656832"/>
            <a:ext cx="12192000" cy="2011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425092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BCD4394-96F9-32D9-B46F-B0D1349D2F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11" y="-64694"/>
            <a:ext cx="11227241" cy="69873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7E421E9-B5BE-022C-68F9-4F377FA0F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Tujuan </a:t>
            </a:r>
            <a:r>
              <a:rPr lang="en-US" dirty="0" err="1"/>
              <a:t>Sistem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DFA05-30E3-032B-18C8-1E1950084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97812"/>
          </a:xfrm>
        </p:spPr>
        <p:txBody>
          <a:bodyPr/>
          <a:lstStyle/>
          <a:p>
            <a:r>
              <a:rPr lang="id-ID" dirty="0"/>
              <a:t>Memfasilitasi pendaftaran, seleksi, penjadwalan, sertifikasi pelatihan literasi digital ASN.</a:t>
            </a:r>
          </a:p>
          <a:p>
            <a:r>
              <a:rPr lang="id-ID" dirty="0"/>
              <a:t>Memudahkan admin dalam manajemen kuota, peserta</a:t>
            </a:r>
            <a:r>
              <a:rPr lang="en-US" dirty="0"/>
              <a:t> dan </a:t>
            </a:r>
            <a:r>
              <a:rPr lang="en-US" dirty="0" err="1"/>
              <a:t>kelas</a:t>
            </a:r>
            <a:endParaRPr lang="id-ID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D4F62D-CDF9-F244-80FA-A57AEBA925DF}"/>
              </a:ext>
            </a:extLst>
          </p:cNvPr>
          <p:cNvSpPr/>
          <p:nvPr/>
        </p:nvSpPr>
        <p:spPr>
          <a:xfrm>
            <a:off x="0" y="6656832"/>
            <a:ext cx="12192000" cy="2011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1DB1FE-8976-CEDA-52F8-AB7FAA402F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5000" y="110425"/>
            <a:ext cx="1828804" cy="1011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963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2D4C9C4-829F-FEF9-B239-DBBDE0C17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11" y="-55043"/>
            <a:ext cx="11227241" cy="69873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0398C2F-C82D-346D-617B-0CC70DC1E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Arsitektur</a:t>
            </a:r>
            <a:r>
              <a:rPr lang="en-US" dirty="0"/>
              <a:t>	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C9F85-4E95-8511-27A9-71D889FC7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409876"/>
          </a:xfrm>
        </p:spPr>
        <p:txBody>
          <a:bodyPr/>
          <a:lstStyle/>
          <a:p>
            <a:pPr marL="0" indent="0">
              <a:buNone/>
            </a:pPr>
            <a:r>
              <a:rPr lang="id-ID" b="1" dirty="0"/>
              <a:t>Aktor Utama</a:t>
            </a:r>
            <a:endParaRPr lang="id-ID" dirty="0"/>
          </a:p>
          <a:p>
            <a:r>
              <a:rPr lang="id-ID" b="1" dirty="0"/>
              <a:t>Calon Peserta</a:t>
            </a:r>
            <a:r>
              <a:rPr lang="en-US" b="1" dirty="0"/>
              <a:t> </a:t>
            </a:r>
            <a:r>
              <a:rPr lang="id-ID" b="1" dirty="0"/>
              <a:t>:</a:t>
            </a:r>
            <a:r>
              <a:rPr lang="id-ID" dirty="0"/>
              <a:t> Mendaftar, memilih jadwal, dan mengunduh sertifikat.</a:t>
            </a:r>
          </a:p>
          <a:p>
            <a:r>
              <a:rPr lang="id-ID" b="1" dirty="0"/>
              <a:t>Administrator</a:t>
            </a:r>
            <a:r>
              <a:rPr lang="en-US" b="1" dirty="0"/>
              <a:t> </a:t>
            </a:r>
            <a:r>
              <a:rPr lang="id-ID" b="1" dirty="0"/>
              <a:t>:</a:t>
            </a:r>
            <a:r>
              <a:rPr lang="id-ID" dirty="0"/>
              <a:t> Mengelola data peserta, jadwal pelatihan, dan verifikasi.</a:t>
            </a:r>
          </a:p>
          <a:p>
            <a:pPr marL="0" indent="0">
              <a:buNone/>
            </a:pPr>
            <a:endParaRPr lang="id-ID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D63F45-667C-907A-5623-1D04DA6D7376}"/>
              </a:ext>
            </a:extLst>
          </p:cNvPr>
          <p:cNvSpPr/>
          <p:nvPr/>
        </p:nvSpPr>
        <p:spPr>
          <a:xfrm>
            <a:off x="0" y="6656832"/>
            <a:ext cx="12192000" cy="2011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C4C5B6-587B-683C-3809-8290CE641B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5000" y="110425"/>
            <a:ext cx="1828804" cy="1011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202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D832B66-5001-FE09-376C-7A9454FC20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11" y="-55043"/>
            <a:ext cx="11227241" cy="69873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A8ECD84-C1ED-3296-8476-3B3E1AB62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Fitur Utama Sistem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A17E1-9FBF-7C15-BB87-B7068021EC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id-ID" b="1" dirty="0"/>
              <a:t>A. Fitur untuk Peserta</a:t>
            </a:r>
          </a:p>
          <a:p>
            <a:pPr lvl="1"/>
            <a:r>
              <a:rPr lang="en-US" b="1" dirty="0" err="1"/>
              <a:t>Pendaftaran</a:t>
            </a:r>
            <a:r>
              <a:rPr lang="en-US" b="1" dirty="0"/>
              <a:t> </a:t>
            </a:r>
            <a:r>
              <a:rPr lang="en-US" b="1" dirty="0" err="1"/>
              <a:t>Peserta</a:t>
            </a:r>
            <a:r>
              <a:rPr lang="en-US" b="1" dirty="0"/>
              <a:t> : </a:t>
            </a:r>
            <a:r>
              <a:rPr lang="en-US" dirty="0" err="1"/>
              <a:t>informasi</a:t>
            </a:r>
            <a:r>
              <a:rPr lang="en-US" dirty="0"/>
              <a:t> data </a:t>
            </a:r>
            <a:r>
              <a:rPr lang="en-US" dirty="0" err="1"/>
              <a:t>peserta</a:t>
            </a:r>
            <a:endParaRPr lang="id-ID" dirty="0"/>
          </a:p>
          <a:p>
            <a:pPr lvl="1"/>
            <a:r>
              <a:rPr lang="id-ID" b="1" dirty="0"/>
              <a:t>Dashboard Peserta</a:t>
            </a:r>
            <a:r>
              <a:rPr lang="en-US" b="1" dirty="0"/>
              <a:t> </a:t>
            </a:r>
            <a:r>
              <a:rPr lang="id-ID" b="1" dirty="0"/>
              <a:t>:</a:t>
            </a:r>
            <a:r>
              <a:rPr lang="id-ID" dirty="0"/>
              <a:t> Status pendaftaran dan riwayat pelatihan.</a:t>
            </a:r>
            <a:endParaRPr lang="en-US" dirty="0"/>
          </a:p>
          <a:p>
            <a:pPr lvl="1"/>
            <a:r>
              <a:rPr lang="id-ID" b="1" dirty="0"/>
              <a:t>E-Sertifikat</a:t>
            </a:r>
            <a:r>
              <a:rPr lang="en-US" b="1" dirty="0"/>
              <a:t> </a:t>
            </a:r>
            <a:r>
              <a:rPr lang="id-ID" b="1" dirty="0"/>
              <a:t>:</a:t>
            </a:r>
            <a:r>
              <a:rPr lang="id-ID" dirty="0"/>
              <a:t> </a:t>
            </a:r>
            <a:r>
              <a:rPr lang="en-US" dirty="0" err="1"/>
              <a:t>Tersedia</a:t>
            </a:r>
            <a:r>
              <a:rPr lang="en-US" dirty="0"/>
              <a:t> </a:t>
            </a:r>
            <a:r>
              <a:rPr lang="id-ID" dirty="0"/>
              <a:t>setelah pelatihan selesai.</a:t>
            </a:r>
          </a:p>
          <a:p>
            <a:endParaRPr lang="id-ID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4133F9-78FE-5DF4-DB6F-46DCDBC0AAB8}"/>
              </a:ext>
            </a:extLst>
          </p:cNvPr>
          <p:cNvSpPr/>
          <p:nvPr/>
        </p:nvSpPr>
        <p:spPr>
          <a:xfrm>
            <a:off x="0" y="6656832"/>
            <a:ext cx="12192000" cy="2011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E426C5-E16A-691F-5195-49F77FFB7B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5000" y="110425"/>
            <a:ext cx="1828804" cy="1011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015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E43DFA5-8AAB-0D42-1839-B92A964AFD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11" y="-55043"/>
            <a:ext cx="11227241" cy="69873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9332083-7D62-7426-CD53-73F83375C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B7B26-6D1E-5E47-4FB6-55AB8EBF6E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d-ID" b="1" dirty="0"/>
              <a:t>B. Fitur untuk Administrator</a:t>
            </a:r>
          </a:p>
          <a:p>
            <a:pPr lvl="1"/>
            <a:r>
              <a:rPr lang="en-US" b="1" dirty="0"/>
              <a:t>Kelola </a:t>
            </a:r>
            <a:r>
              <a:rPr lang="en-US" b="1" dirty="0" err="1"/>
              <a:t>Pelatihan</a:t>
            </a:r>
            <a:r>
              <a:rPr lang="en-US" b="1" dirty="0"/>
              <a:t> </a:t>
            </a:r>
            <a:r>
              <a:rPr lang="id-ID" b="1" dirty="0"/>
              <a:t>:</a:t>
            </a:r>
            <a:r>
              <a:rPr lang="id-ID" dirty="0"/>
              <a:t> Pembatasan jumlah peserta per kelas secara otomatis.</a:t>
            </a:r>
          </a:p>
          <a:p>
            <a:pPr lvl="1"/>
            <a:r>
              <a:rPr lang="en-US" b="1" dirty="0"/>
              <a:t>Kelola Jadwal </a:t>
            </a:r>
            <a:r>
              <a:rPr lang="id-ID" b="1" dirty="0"/>
              <a:t>:</a:t>
            </a:r>
            <a:r>
              <a:rPr lang="id-ID" dirty="0"/>
              <a:t> </a:t>
            </a:r>
            <a:r>
              <a:rPr lang="en-US" dirty="0"/>
              <a:t>Kelola </a:t>
            </a:r>
            <a:r>
              <a:rPr lang="en-US" dirty="0" err="1"/>
              <a:t>jadwal</a:t>
            </a:r>
            <a:r>
              <a:rPr lang="en-US" dirty="0"/>
              <a:t> </a:t>
            </a:r>
            <a:r>
              <a:rPr lang="en-US" dirty="0" err="1"/>
              <a:t>pelaksanaan</a:t>
            </a:r>
            <a:endParaRPr lang="en-US" dirty="0"/>
          </a:p>
          <a:p>
            <a:pPr lvl="1"/>
            <a:r>
              <a:rPr lang="en-US" b="1" dirty="0"/>
              <a:t>Data </a:t>
            </a:r>
            <a:r>
              <a:rPr lang="en-US" b="1" dirty="0" err="1"/>
              <a:t>Peserta</a:t>
            </a:r>
            <a:r>
              <a:rPr lang="en-US" b="1" dirty="0"/>
              <a:t> </a:t>
            </a:r>
            <a:r>
              <a:rPr lang="id-ID" b="1" dirty="0"/>
              <a:t>:</a:t>
            </a:r>
            <a:r>
              <a:rPr lang="en-US" b="1" dirty="0"/>
              <a:t> </a:t>
            </a:r>
            <a:r>
              <a:rPr lang="en-US" dirty="0" err="1"/>
              <a:t>Validasi</a:t>
            </a:r>
            <a:r>
              <a:rPr lang="en-US" dirty="0"/>
              <a:t> data </a:t>
            </a:r>
            <a:r>
              <a:rPr lang="en-US" dirty="0" err="1"/>
              <a:t>kepesertaan</a:t>
            </a:r>
            <a:r>
              <a:rPr lang="en-US" dirty="0"/>
              <a:t> yang </a:t>
            </a:r>
            <a:r>
              <a:rPr lang="en-US" dirty="0" err="1"/>
              <a:t>telah</a:t>
            </a:r>
            <a:r>
              <a:rPr lang="en-US" dirty="0"/>
              <a:t> </a:t>
            </a:r>
            <a:r>
              <a:rPr lang="en-US" dirty="0" err="1"/>
              <a:t>mendaftar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391E78-ABA7-44D9-34F9-8EFA32F9D2A8}"/>
              </a:ext>
            </a:extLst>
          </p:cNvPr>
          <p:cNvSpPr/>
          <p:nvPr/>
        </p:nvSpPr>
        <p:spPr>
          <a:xfrm>
            <a:off x="0" y="6656832"/>
            <a:ext cx="12192000" cy="2011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273049-B710-91FC-5080-A59456E520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5000" y="110425"/>
            <a:ext cx="1828804" cy="1011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3232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4A3333F-DE1D-D0CE-E654-1ADF930167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11" y="-55043"/>
            <a:ext cx="11227241" cy="69873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0AB1048-6743-8C14-2359-8E9A71260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Teknologi yang Direkomendasikan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B3C8A-21D1-7C06-2297-75A847D26F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b="1" dirty="0"/>
              <a:t>Frontend</a:t>
            </a:r>
            <a:r>
              <a:rPr lang="en-US" b="1" dirty="0"/>
              <a:t> </a:t>
            </a:r>
            <a:r>
              <a:rPr lang="id-ID" b="1" dirty="0"/>
              <a:t>:</a:t>
            </a:r>
            <a:r>
              <a:rPr lang="id-ID" dirty="0"/>
              <a:t> </a:t>
            </a:r>
            <a:r>
              <a:rPr lang="en-US" dirty="0"/>
              <a:t>Bootstrap </a:t>
            </a:r>
            <a:r>
              <a:rPr lang="en-US" dirty="0" err="1"/>
              <a:t>atau</a:t>
            </a:r>
            <a:r>
              <a:rPr lang="en-US" dirty="0"/>
              <a:t> Framework lain</a:t>
            </a:r>
            <a:endParaRPr lang="id-ID" dirty="0"/>
          </a:p>
          <a:p>
            <a:r>
              <a:rPr lang="id-ID" b="1" dirty="0"/>
              <a:t>Backend</a:t>
            </a:r>
            <a:r>
              <a:rPr lang="en-US" b="1" dirty="0"/>
              <a:t> </a:t>
            </a:r>
            <a:r>
              <a:rPr lang="id-ID" b="1" dirty="0"/>
              <a:t>:</a:t>
            </a:r>
            <a:r>
              <a:rPr lang="id-ID" dirty="0"/>
              <a:t> </a:t>
            </a:r>
            <a:r>
              <a:rPr lang="en-US" dirty="0"/>
              <a:t>PHP</a:t>
            </a:r>
            <a:endParaRPr lang="id-ID" dirty="0"/>
          </a:p>
          <a:p>
            <a:r>
              <a:rPr lang="id-ID" b="1" dirty="0"/>
              <a:t>Database</a:t>
            </a:r>
            <a:r>
              <a:rPr lang="en-US" b="1" dirty="0"/>
              <a:t> </a:t>
            </a:r>
            <a:r>
              <a:rPr lang="id-ID" b="1" dirty="0"/>
              <a:t>:</a:t>
            </a:r>
            <a:r>
              <a:rPr lang="id-ID" dirty="0"/>
              <a:t> MySQL 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9508ED-A7F6-AD20-7F49-8FD5D3A34A6B}"/>
              </a:ext>
            </a:extLst>
          </p:cNvPr>
          <p:cNvSpPr/>
          <p:nvPr/>
        </p:nvSpPr>
        <p:spPr>
          <a:xfrm>
            <a:off x="0" y="6656832"/>
            <a:ext cx="12192000" cy="2011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419119-E712-2A97-48B7-2BFF8956E2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5000" y="110425"/>
            <a:ext cx="1828804" cy="1011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616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C088A33-DD2B-041E-74EE-DBA487398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11" y="-55043"/>
            <a:ext cx="11227241" cy="69873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6CD35BD-0A1F-D978-CE37-E077B3E18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Sumber</a:t>
            </a:r>
            <a:r>
              <a:rPr lang="en-US" dirty="0"/>
              <a:t> Data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D13B3-4B82-BBAA-F483-BE2FEF6570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</a:t>
            </a:r>
            <a:r>
              <a:rPr lang="en-US" dirty="0" err="1"/>
              <a:t>Peserta</a:t>
            </a:r>
            <a:r>
              <a:rPr lang="en-US" dirty="0"/>
              <a:t> :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data </a:t>
            </a:r>
            <a:r>
              <a:rPr lang="en-US" dirty="0" err="1"/>
              <a:t>peserta</a:t>
            </a:r>
            <a:r>
              <a:rPr lang="en-US" dirty="0"/>
              <a:t> </a:t>
            </a:r>
            <a:r>
              <a:rPr lang="en-US" dirty="0" err="1"/>
              <a:t>Pegawai</a:t>
            </a:r>
            <a:r>
              <a:rPr lang="en-US" dirty="0"/>
              <a:t> yang </a:t>
            </a:r>
            <a:r>
              <a:rPr lang="en-US" dirty="0" err="1"/>
              <a:t>tersedia</a:t>
            </a:r>
            <a:r>
              <a:rPr lang="en-US" dirty="0"/>
              <a:t> pada Dinas </a:t>
            </a:r>
            <a:r>
              <a:rPr lang="en-US" dirty="0" err="1"/>
              <a:t>Kominsa</a:t>
            </a:r>
            <a:r>
              <a:rPr lang="en-US" dirty="0"/>
              <a:t> </a:t>
            </a:r>
            <a:r>
              <a:rPr lang="en-US" dirty="0" err="1"/>
              <a:t>Provinsi</a:t>
            </a:r>
            <a:r>
              <a:rPr lang="en-US" dirty="0"/>
              <a:t> Aceh</a:t>
            </a:r>
          </a:p>
          <a:p>
            <a:r>
              <a:rPr lang="en-US" dirty="0"/>
              <a:t>Data </a:t>
            </a:r>
            <a:r>
              <a:rPr lang="en-US" dirty="0" err="1"/>
              <a:t>Pelatihan</a:t>
            </a:r>
            <a:r>
              <a:rPr lang="en-US" dirty="0"/>
              <a:t> :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melihat</a:t>
            </a:r>
            <a:r>
              <a:rPr lang="en-US" dirty="0"/>
              <a:t> daftar </a:t>
            </a:r>
            <a:r>
              <a:rPr lang="en-US" dirty="0" err="1"/>
              <a:t>pelatihan</a:t>
            </a:r>
            <a:r>
              <a:rPr lang="en-US" dirty="0"/>
              <a:t> </a:t>
            </a:r>
            <a:r>
              <a:rPr lang="en-US" dirty="0" err="1"/>
              <a:t>literasi</a:t>
            </a:r>
            <a:r>
              <a:rPr lang="en-US" dirty="0"/>
              <a:t> digital yang </a:t>
            </a:r>
            <a:r>
              <a:rPr lang="en-US" dirty="0" err="1"/>
              <a:t>tersedia</a:t>
            </a:r>
            <a:r>
              <a:rPr lang="en-US" dirty="0"/>
              <a:t> </a:t>
            </a:r>
          </a:p>
          <a:p>
            <a:r>
              <a:rPr lang="en-US" dirty="0" err="1"/>
              <a:t>Prosedur</a:t>
            </a:r>
            <a:r>
              <a:rPr lang="en-US" dirty="0"/>
              <a:t> </a:t>
            </a:r>
            <a:r>
              <a:rPr lang="en-US" dirty="0" err="1"/>
              <a:t>Pendaftaran</a:t>
            </a:r>
            <a:r>
              <a:rPr lang="en-US" dirty="0"/>
              <a:t> :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merujuk</a:t>
            </a:r>
            <a:r>
              <a:rPr lang="en-US" dirty="0"/>
              <a:t> pada </a:t>
            </a:r>
            <a:r>
              <a:rPr lang="en-US" dirty="0" err="1"/>
              <a:t>syarat</a:t>
            </a:r>
            <a:r>
              <a:rPr lang="en-US" dirty="0"/>
              <a:t> dan </a:t>
            </a:r>
            <a:r>
              <a:rPr lang="en-US" dirty="0" err="1"/>
              <a:t>ketentuan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mengikuti</a:t>
            </a:r>
            <a:r>
              <a:rPr lang="en-US" dirty="0"/>
              <a:t> </a:t>
            </a:r>
            <a:r>
              <a:rPr lang="en-US" dirty="0" err="1"/>
              <a:t>pelatihan</a:t>
            </a:r>
            <a:r>
              <a:rPr lang="en-US" dirty="0"/>
              <a:t> </a:t>
            </a:r>
            <a:r>
              <a:rPr lang="en-US" dirty="0" err="1"/>
              <a:t>tertentu</a:t>
            </a:r>
            <a:r>
              <a:rPr lang="en-US" dirty="0"/>
              <a:t> </a:t>
            </a:r>
            <a:endParaRPr lang="id-ID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5FEDCE-67AE-C857-0668-AF45F4DC2F94}"/>
              </a:ext>
            </a:extLst>
          </p:cNvPr>
          <p:cNvSpPr/>
          <p:nvPr/>
        </p:nvSpPr>
        <p:spPr>
          <a:xfrm>
            <a:off x="0" y="6656832"/>
            <a:ext cx="12192000" cy="2011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0A770A-F2E9-A217-293E-5A34F7E7FB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5000" y="110425"/>
            <a:ext cx="1828804" cy="1011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0558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AD84BA1-6384-8331-A80A-F08AEB3A7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11" y="-55043"/>
            <a:ext cx="11227241" cy="6987388"/>
          </a:xfrm>
          <a:prstGeom prst="rect">
            <a:avLst/>
          </a:prstGeom>
        </p:spPr>
      </p:pic>
      <p:sp>
        <p:nvSpPr>
          <p:cNvPr id="13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A2AA2-6B7E-7BCD-7B60-FB2C73E5F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Tampilan Dashboard Admin dan Peserta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CAC8292-CA58-549B-0F2E-09321B18A3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7316" y="1164777"/>
            <a:ext cx="6780700" cy="452611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B85B4D2-F002-83A2-E8E1-8B6CB5C75551}"/>
              </a:ext>
            </a:extLst>
          </p:cNvPr>
          <p:cNvSpPr/>
          <p:nvPr/>
        </p:nvSpPr>
        <p:spPr>
          <a:xfrm>
            <a:off x="0" y="6656832"/>
            <a:ext cx="12192000" cy="2011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57110C-611C-441B-E24A-71F4A0EF68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5000" y="110425"/>
            <a:ext cx="1828804" cy="1011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9179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154</TotalTime>
  <Words>187</Words>
  <Application>Microsoft Office PowerPoint</Application>
  <PresentationFormat>Widescreen</PresentationFormat>
  <Paragraphs>29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Perancangan Sistem Informasi</vt:lpstr>
      <vt:lpstr>Tujuan Sistem</vt:lpstr>
      <vt:lpstr>Arsitektur </vt:lpstr>
      <vt:lpstr>Fitur Utama Sistem</vt:lpstr>
      <vt:lpstr>PowerPoint Presentation</vt:lpstr>
      <vt:lpstr>Teknologi yang Direkomendasikan</vt:lpstr>
      <vt:lpstr>Sumber Data</vt:lpstr>
      <vt:lpstr>Tampilan Dashboard Admin dan Peserta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adamtri</dc:creator>
  <cp:lastModifiedBy>adamtri</cp:lastModifiedBy>
  <cp:revision>4</cp:revision>
  <dcterms:created xsi:type="dcterms:W3CDTF">2026-02-20T07:34:54Z</dcterms:created>
  <dcterms:modified xsi:type="dcterms:W3CDTF">2026-02-20T10:47:16Z</dcterms:modified>
</cp:coreProperties>
</file>